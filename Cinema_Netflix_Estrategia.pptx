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photoAlbum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46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159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785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662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93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292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230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962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467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456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495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0E006-0994-4F30-AF5F-F7D91EAD89B8}" type="datetimeFigureOut">
              <a:rPr lang="es-AR" smtClean="0"/>
              <a:t>10/12/2025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33B36-C37A-4B53-8D29-42BDFF02357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3792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88"/>
            <a:ext cx="12192000" cy="629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0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3a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100"/>
            <a:ext cx="12192000" cy="62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1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975"/>
            <a:ext cx="12192000" cy="624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4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363"/>
            <a:ext cx="12192000" cy="638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1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050"/>
            <a:ext cx="12192000" cy="63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7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825"/>
            <a:ext cx="12192000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2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7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2192000" cy="638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7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100"/>
            <a:ext cx="12192000" cy="627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2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538"/>
            <a:ext cx="12192000" cy="63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18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938"/>
            <a:ext cx="12192000" cy="633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79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475"/>
            <a:ext cx="12192000" cy="636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22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950"/>
            <a:ext cx="12192000" cy="63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21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"/>
            <a:ext cx="12192000" cy="63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9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2192000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59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75"/>
            <a:ext cx="12192000" cy="63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78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TELECOM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Pablo R Peralta</dc:creator>
  <cp:lastModifiedBy>Pablo R Peralta</cp:lastModifiedBy>
  <cp:revision>2</cp:revision>
  <dcterms:created xsi:type="dcterms:W3CDTF">2025-12-09T02:38:14Z</dcterms:created>
  <dcterms:modified xsi:type="dcterms:W3CDTF">2025-12-10T03:32:58Z</dcterms:modified>
</cp:coreProperties>
</file>